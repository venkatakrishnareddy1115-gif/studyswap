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7ea6399c4846df" /><Relationship Type="http://schemas.openxmlformats.org/officeDocument/2006/relationships/extended-properties" Target="/docProps/app.xml" Id="R16c10e30e7ef4152" /><Relationship Type="http://schemas.openxmlformats.org/officeDocument/2006/relationships/officeDocument" Target="/ppt/presentation.xml" Id="R62bb9bd71c5f4266" /></Relationships>
</file>

<file path=ppt/presentation.xml><?xml version="1.0" encoding="utf-8"?>
<p:presentation xmlns:p="http://schemas.openxmlformats.org/presentationml/2006/main">
  <p:sldMasterIdLst>
    <p:sldMasterId xmlns:r="http://schemas.openxmlformats.org/officeDocument/2006/relationships" id="2147483648" r:id="Rbb47b6a49dcc4299"/>
  </p:sldMasterIdLst>
  <p:notesMasterIdLst>
    <p:notesMasterId xmlns:r="http://schemas.openxmlformats.org/officeDocument/2006/relationships" r:id="R755345ec62cb4058"/>
  </p:notesMasterIdLst>
  <p:sldIdLst>
    <p:sldId xmlns:r="http://schemas.openxmlformats.org/officeDocument/2006/relationships" id="256" r:id="R86cd0787ffa845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20494727764850" /><Relationship Type="http://schemas.openxmlformats.org/officeDocument/2006/relationships/slideMaster" Target="/ppt/slideMasters/slideMaster1.xml" Id="Rbb47b6a49dcc4299" /><Relationship Type="http://schemas.openxmlformats.org/officeDocument/2006/relationships/notesMaster" Target="/ppt/notesMasters/notesMaster1.xml" Id="R755345ec62cb4058" /><Relationship Type="http://schemas.openxmlformats.org/officeDocument/2006/relationships/presProps" Target="/ppt/presProps.xml" Id="R66ec651afc734ef5" /><Relationship Type="http://schemas.openxmlformats.org/officeDocument/2006/relationships/tableStyles" Target="/ppt/tableStyles.xml" Id="R82843471ab6b4c46" /><Relationship Type="http://schemas.openxmlformats.org/officeDocument/2006/relationships/slide" Target="/ppt/slides/slide1.xml" Id="R86cd0787ffa845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ff9c9206da4d6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cf5f09fa2f4d1b" /><Relationship Type="http://schemas.openxmlformats.org/officeDocument/2006/relationships/notesMaster" Target="/ppt/notesMasters/notesMaster1.xml" Id="R5262fd52f5d646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StudyConnect problem framing. The graphic presents the student problem cycle and the context, problem, alternatives, customers, emotional impact, and shortcomings. The slide is built from the project infographic supplied for this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e9f165a10f0489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180a0960ca442b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566cabfef2448b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37d4cbead864f6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db3e82fcb9f4a8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b33aa4cc5647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9E9C648-5BB3-48AF-9BF1-AA51CEA58A6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4108E0A-0E37-45F8-B6B0-FA7AF1B0F59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B92B69B-2981-4000-A398-F68E93EDCBF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7B2D30-BBB0-4799-953C-C9B107EC83C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A4BB58-4FB9-43D2-A722-2835DFA1EB4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3B1A790-FD7E-47ED-8BF8-261D82A38D3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05058E7-48F6-49C2-9CAE-606B57035A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0373456-7FF2-4B9E-B9A9-A4C6C156D7B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6CF99A1-7A6F-4C67-8556-C1725194190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5A45501-8884-47D2-ABD6-668735DD2CB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878159a45c649bf" /><Relationship Type="http://schemas.openxmlformats.org/officeDocument/2006/relationships/slideLayout" Target="/ppt/slideLayouts/slideLayout1.xml" Id="R425cf6c764104c63" /><Relationship Type="http://schemas.openxmlformats.org/officeDocument/2006/relationships/slideLayout" Target="/ppt/slideLayouts/slideLayout2.xml" Id="R38bad964c6d84a0d" /><Relationship Type="http://schemas.openxmlformats.org/officeDocument/2006/relationships/slideLayout" Target="/ppt/slideLayouts/slideLayout3.xml" Id="R7980b74208ad4979" /><Relationship Type="http://schemas.openxmlformats.org/officeDocument/2006/relationships/slideLayout" Target="/ppt/slideLayouts/slideLayout4.xml" Id="Ra203076c3a7447fe" /><Relationship Type="http://schemas.openxmlformats.org/officeDocument/2006/relationships/slideLayout" Target="/ppt/slideLayouts/slideLayout5.xml" Id="Rcf16b645adcf40ca" /><Relationship Type="http://schemas.openxmlformats.org/officeDocument/2006/relationships/slideLayout" Target="/ppt/slideLayouts/slideLayout6.xml" Id="R797d8985f15e4f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25cf6c764104c63"/>
    <p:sldLayoutId xmlns:r="http://schemas.openxmlformats.org/officeDocument/2006/relationships" id="2147483650" r:id="R38bad964c6d84a0d"/>
    <p:sldLayoutId xmlns:r="http://schemas.openxmlformats.org/officeDocument/2006/relationships" id="2147483651" r:id="R7980b74208ad4979"/>
    <p:sldLayoutId xmlns:r="http://schemas.openxmlformats.org/officeDocument/2006/relationships" id="2147483652" r:id="Ra203076c3a7447fe"/>
    <p:sldLayoutId xmlns:r="http://schemas.openxmlformats.org/officeDocument/2006/relationships" id="2147483653" r:id="Rcf16b645adcf40ca"/>
    <p:sldLayoutId xmlns:r="http://schemas.openxmlformats.org/officeDocument/2006/relationships" id="2147483654" r:id="R797d8985f15e4f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0d4012989f24143" /><Relationship Type="http://schemas.openxmlformats.org/officeDocument/2006/relationships/image" Target="/ppt/media/image.png" Id="R9304e3c302e84d92" /><Relationship Type="http://schemas.openxmlformats.org/officeDocument/2006/relationships/notesSlide" Target="/ppt/notesSlides/notesSlide1.xml" Id="R9a29e8080f984f5c" /></Relationships>
</file>

<file path=ppt/slides/slide1.xml><?xml version="1.0" encoding="utf-8"?>
<p:sld xmlns:p="http://schemas.openxmlformats.org/presentationml/2006/main">
  <p:cSld>
    <p:bg>
      <p:bgPr>
        <a:solidFill xmlns:a="http://schemas.openxmlformats.org/drawingml/2006/main">
          <a:srgbClr val="F5F4FD"/>
        </a:solidFill>
      </p:bgPr>
    </p:bg>
    <p:spTree>
      <p:nvGrpSpPr>
        <p:cNvPr id="1" name=""/>
        <p:cNvGrpSpPr/>
        <p:nvPr/>
      </p:nvGrpSpPr>
      <p:grpSpPr>
        <a:xfrm xmlns:a="http://schemas.openxmlformats.org/drawingml/2006/main"/>
      </p:grpSpPr>
      <p:pic>
        <p:nvPicPr>
          <p:cNvPr id="2" name="">
            <a:extLst xmlns:a="http://schemas.openxmlformats.org/drawingml/2006/main">
              <a:ext uri="{FF2B5EF4-FFF2-40B4-BE49-F238E27FC236}">
                <a16:creationId xmlns:a16="http://schemas.microsoft.com/office/drawing/2014/main" id="{A57F602A-95A3-4A16-AF76-72231E9FBE62}"/>
              </a:ext>
            </a:extLst>
          </p:cNvPr>
          <p:cNvPicPr>
            <a:picLocks xmlns:a="http://schemas.openxmlformats.org/drawingml/2006/main" noChangeAspect="1"/>
          </p:cNvPicPr>
          <p:nvPr/>
        </p:nvPicPr>
        <p:blipFill>
          <a:blip xmlns:r="http://schemas.openxmlformats.org/officeDocument/2006/relationships" xmlns:a="http://schemas.openxmlformats.org/drawingml/2006/main" r:embed="R9304e3c302e84d92"/>
          <a:stretch xmlns:a="http://schemas.openxmlformats.org/drawingml/2006/main"/>
        </p:blipFill>
        <p:spPr>
          <a:xfrm xmlns:a="http://schemas.openxmlformats.org/drawingml/2006/main">
            <a:off x="609600" y="0"/>
            <a:ext cx="10972800" cy="6858000"/>
          </a:xfrm>
          <a:prstGeom xmlns:a="http://schemas.openxmlformats.org/drawingml/2006/main" prst="rect">
            <a:avLst/>
          </a:prstGeom>
        </p:spPr>
      </p:pic>
    </p:spTree>
    <p:extLst>
      <p:ext uri="{BB962C8B-B14F-4D97-AF65-F5344CB8AC3E}">
        <p14:creationId xmlns:p14="http://schemas.microsoft.com/office/powerpoint/2010/main" val="17639511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2026-10-27T17:53:24.5000000Z</dcterms:created>
  <dcterms:modified xsi:type="dcterms:W3CDTF">2026-10-27T17:53:24.5000000Z</dcterms:modified>
</coreProperties>
</file>